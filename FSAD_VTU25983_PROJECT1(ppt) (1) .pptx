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67" r:id="rId13"/>
    <p:sldId id="270" r:id="rId14"/>
    <p:sldId id="265" r:id="rId15"/>
  </p:sldIdLst>
  <p:sldSz cx="18288000" cy="10287000"/>
  <p:notesSz cx="6858000" cy="9144000"/>
  <p:embeddedFontLs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Bookman Old Style" panose="02050604050505020204" pitchFamily="18" charset="0"/>
      <p:regular r:id="rId23"/>
      <p:bold r:id="rId24"/>
      <p:italic r:id="rId25"/>
    </p:embeddedFont>
    <p:embeddedFont>
      <p:font typeface="Gotham"/>
      <p:regular r:id="rId26"/>
    </p:embeddedFont>
    <p:embeddedFont>
      <p:font typeface="Gotham Bold Italics" panose="02000000000000000000"/>
      <p:boldItalic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48" d="100"/>
          <a:sy n="48" d="100"/>
        </p:scale>
        <p:origin x="29" y="77"/>
      </p:cViewPr>
      <p:guideLst>
        <p:guide orient="horz" pos="212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font" Target="fonts/font13.fntdata"/><Relationship Id="rId30" Type="http://schemas.openxmlformats.org/officeDocument/2006/relationships/font" Target="fonts/font12.fntdata"/><Relationship Id="rId3" Type="http://schemas.openxmlformats.org/officeDocument/2006/relationships/slide" Target="slides/slide1.xml"/><Relationship Id="rId29" Type="http://schemas.openxmlformats.org/officeDocument/2006/relationships/font" Target="fonts/font11.fntdata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endParaRPr lang="en-US" alt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1640" y="6057900"/>
            <a:ext cx="1578416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Quiz Engine with PDF Certification Generation</a:t>
            </a:r>
            <a:endParaRPr lang="en-US" altLang="en-US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D.SAHITHYA –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VTU25983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23UECS0164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Dr. S . HEMAMALINI – M.E., Ph.D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09800" y="1638300"/>
            <a:ext cx="15082325" cy="7108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digital education era, online assessments are becoming increasingly important.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institutions still rely on manual quiz evaluation and certificate preparation.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consumes time and increases the chances of human errors.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system to conduct quizzes efficiently.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quiz engine can evaluate answers instantly.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certificates manually is also time-consuming.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provides a complete automated solution for quizzes and certification.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enhances learning experience with fast evaluation and instant PDF certificate generation.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520" cy="6122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quiz systems require manual correction and certificate preparation.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delays in result publication and certificate distribution.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systems are prone to errors and data mismanagement.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system to manage quiz records and certifications.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 face difficulty in maintaining performance records.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expect quick results and digital certificates.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 reliable automated quiz and certification system.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ensure accuracy, speed, and secure data handling.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/>
          <p:cNvSpPr txBox="1"/>
          <p:nvPr/>
        </p:nvSpPr>
        <p:spPr>
          <a:xfrm>
            <a:off x="2209800" y="1638300"/>
            <a:ext cx="15082325" cy="5692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automated quiz engine with instant evaluation.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automatic PDF certificate generation for successful candidates.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11725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/>
              <a:t>Users can register and log in securely.</a:t>
            </a:r>
            <a:endParaRPr lang="en-US" alt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/>
              <a:t>Admin can create and manage quizzes dynamically.</a:t>
            </a:r>
            <a:endParaRPr lang="en-US" alt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/>
              <a:t>Questions are stored and retrieved from the database.</a:t>
            </a:r>
            <a:endParaRPr lang="en-US" alt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/>
              <a:t>The system evaluates answers automatically.</a:t>
            </a:r>
            <a:endParaRPr lang="en-US" alt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/>
              <a:t>Scores are calculated instantly after submission.</a:t>
            </a:r>
            <a:endParaRPr lang="en-US" alt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/>
              <a:t>Qualified users receive auto-generated PDF certificates.</a:t>
            </a:r>
            <a:endParaRPr lang="en-US" alt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/>
              <a:t>All records are securely stored in the database.</a:t>
            </a:r>
            <a:endParaRPr lang="en-US" alt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/>
              <a:t>The system reduces manual work and improves efficiency.</a:t>
            </a: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6985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endParaRPr lang="en-US" altLang="en-US" sz="2800" dirty="0"/>
          </a:p>
          <a:p>
            <a:pPr indent="0">
              <a:buFontTx/>
              <a:buNone/>
            </a:pPr>
            <a:endParaRPr lang="en-US" altLang="en-US" sz="2800" dirty="0"/>
          </a:p>
          <a:p>
            <a:pPr indent="0">
              <a:buFontTx/>
              <a:buNone/>
            </a:pPr>
            <a:endParaRPr lang="en-US" altLang="en-US" sz="2800" dirty="0"/>
          </a:p>
          <a:p>
            <a:pPr indent="0">
              <a:buFontTx/>
              <a:buNone/>
            </a:pPr>
            <a:endParaRPr lang="en-US" altLang="en-US" sz="2800" dirty="0"/>
          </a:p>
          <a:p>
            <a:pPr indent="0">
              <a:buFontTx/>
              <a:buNone/>
            </a:pPr>
            <a:endParaRPr lang="en-US" altLang="en-US" sz="2800" dirty="0"/>
          </a:p>
          <a:p>
            <a:pPr indent="0">
              <a:buFontTx/>
              <a:buNone/>
            </a:pPr>
            <a:endParaRPr lang="en-US" altLang="en-US" sz="2800" dirty="0"/>
          </a:p>
          <a:p>
            <a:pPr indent="0">
              <a:buFontTx/>
              <a:buNone/>
            </a:pPr>
            <a:r>
              <a:rPr lang="en-US" altLang="en-US" sz="2800" b="1" dirty="0"/>
              <a:t>Explanation:</a:t>
            </a:r>
            <a:endParaRPr lang="en-US" altLang="en-US" sz="2800" b="1" dirty="0"/>
          </a:p>
          <a:p>
            <a:pPr indent="0">
              <a:buFontTx/>
              <a:buNone/>
            </a:pPr>
            <a:endParaRPr lang="en-US" altLang="en-US" sz="2800" dirty="0"/>
          </a:p>
          <a:p>
            <a:pPr indent="0">
              <a:buFontTx/>
              <a:buNone/>
            </a:pPr>
            <a:r>
              <a:rPr lang="en-US" altLang="en-US" sz="2800" dirty="0"/>
              <a:t>Input: User registration details, quiz answers, admin question entries.</a:t>
            </a: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indent="0">
              <a:buFontTx/>
              <a:buNone/>
            </a:pPr>
            <a:r>
              <a:rPr lang="en-US" altLang="en-US" sz="2800" dirty="0"/>
              <a:t>Processing: Authentication, answer validation, score calculation, certificate generation.</a:t>
            </a: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indent="0">
              <a:buFontTx/>
              <a:buNone/>
            </a:pPr>
            <a:r>
              <a:rPr lang="en-US" altLang="en-US" sz="2800" dirty="0"/>
              <a:t>Database: Stores user data, quiz questions, scores, and certificate records.</a:t>
            </a: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indent="0">
              <a:buFontTx/>
              <a:buNone/>
            </a:pPr>
            <a:r>
              <a:rPr lang="en-US" altLang="en-US" sz="2800" dirty="0"/>
              <a:t>Output: Quiz results, score display, downloadable PDF certificate.</a:t>
            </a:r>
            <a:endParaRPr lang="en-US" sz="2800" dirty="0"/>
          </a:p>
          <a:p>
            <a:pPr indent="0">
              <a:buFontTx/>
              <a:buNone/>
            </a:pPr>
            <a:endParaRPr lang="en-IN" sz="2800" dirty="0"/>
          </a:p>
        </p:txBody>
      </p:sp>
      <p:pic>
        <p:nvPicPr>
          <p:cNvPr id="2" name="Picture 1" descr="ChatGPT Image Mar 4, 2026, 08_59_08 PM"/>
          <p:cNvPicPr>
            <a:picLocks noChangeAspect="1"/>
          </p:cNvPicPr>
          <p:nvPr/>
        </p:nvPicPr>
        <p:blipFill>
          <a:blip r:embed="rId3"/>
          <a:srcRect t="7813" r="1563" b="67377"/>
          <a:stretch>
            <a:fillRect/>
          </a:stretch>
        </p:blipFill>
        <p:spPr>
          <a:xfrm>
            <a:off x="2438400" y="2095500"/>
            <a:ext cx="14199235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209800" y="1638300"/>
            <a:ext cx="1508232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 descr="ChatGPT Image Mar 4, 2026, 08_59_08 PM"/>
          <p:cNvPicPr>
            <a:picLocks noChangeAspect="1"/>
          </p:cNvPicPr>
          <p:nvPr/>
        </p:nvPicPr>
        <p:blipFill>
          <a:blip r:embed="rId3"/>
          <a:srcRect t="47786" r="57"/>
          <a:stretch>
            <a:fillRect/>
          </a:stretch>
        </p:blipFill>
        <p:spPr>
          <a:xfrm>
            <a:off x="2438400" y="2647950"/>
            <a:ext cx="15549880" cy="5415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325" cy="7570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buFontTx/>
              <a:buNone/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Tx/>
              <a:buNone/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</a:t>
            </a:r>
            <a:r>
              <a:rPr lang="en-IN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</a:t>
            </a:r>
            <a:endParaRPr lang="en-IN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Tx/>
              <a:buNone/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Tx/>
              <a:buNone/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Code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Tx/>
              <a:buNone/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 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RAM, i3 Processor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Tx/>
              <a:buNone/>
            </a:pPr>
            <a:r>
              <a:rPr lang="en-US" alt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JDK 8+, MySQL Server, Web Browser</a:t>
            </a:r>
            <a:endParaRPr lang="en-US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9140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Module 1: User Management</a:t>
            </a:r>
            <a:endParaRPr lang="en-US" altLang="en-US" sz="2800" dirty="0"/>
          </a:p>
          <a:p>
            <a:endParaRPr lang="en-US" altLang="en-US" sz="2800" dirty="0"/>
          </a:p>
          <a:p>
            <a:r>
              <a:rPr lang="en-US" altLang="en-US" sz="2800" dirty="0"/>
              <a:t>Handles user registration, login, authentication, and profile management.</a:t>
            </a:r>
            <a:endParaRPr lang="en-US" altLang="en-US" sz="2800" dirty="0"/>
          </a:p>
          <a:p>
            <a:endParaRPr lang="en-US" altLang="en-US" sz="2800" dirty="0"/>
          </a:p>
          <a:p>
            <a:r>
              <a:rPr lang="en-US" altLang="en-US" sz="2800" dirty="0"/>
              <a:t>Module 2: Quiz Management</a:t>
            </a:r>
            <a:endParaRPr lang="en-US" altLang="en-US" sz="2800" dirty="0"/>
          </a:p>
          <a:p>
            <a:endParaRPr lang="en-US" altLang="en-US" sz="2800" dirty="0"/>
          </a:p>
          <a:p>
            <a:r>
              <a:rPr lang="en-US" altLang="en-US" sz="2800" dirty="0"/>
              <a:t>Admin creates, updates, and deletes quiz questions and sets difficulty levels.</a:t>
            </a:r>
            <a:endParaRPr lang="en-US" altLang="en-US" sz="2800" dirty="0"/>
          </a:p>
          <a:p>
            <a:endParaRPr lang="en-US" altLang="en-US" sz="2800" dirty="0"/>
          </a:p>
          <a:p>
            <a:r>
              <a:rPr lang="en-US" altLang="en-US" sz="2800" dirty="0"/>
              <a:t>Module 3: Evaluation Engine</a:t>
            </a:r>
            <a:endParaRPr lang="en-US" altLang="en-US" sz="2800" dirty="0"/>
          </a:p>
          <a:p>
            <a:endParaRPr lang="en-US" altLang="en-US" sz="2800" dirty="0"/>
          </a:p>
          <a:p>
            <a:r>
              <a:rPr lang="en-US" altLang="en-US" sz="2800" dirty="0"/>
              <a:t>Automatically checks answers and calculates scores instantly.</a:t>
            </a:r>
            <a:endParaRPr lang="en-US" altLang="en-US" sz="2800" dirty="0"/>
          </a:p>
          <a:p>
            <a:endParaRPr lang="en-US" altLang="en-US" sz="2800" dirty="0"/>
          </a:p>
          <a:p>
            <a:r>
              <a:rPr lang="en-US" altLang="en-US" sz="2800" dirty="0"/>
              <a:t>Module 4: PDF Certification Module</a:t>
            </a:r>
            <a:endParaRPr lang="en-US" altLang="en-US" sz="2800" dirty="0"/>
          </a:p>
          <a:p>
            <a:endParaRPr lang="en-US" altLang="en-US" sz="2800" dirty="0"/>
          </a:p>
          <a:p>
            <a:r>
              <a:rPr lang="en-US" altLang="en-US" sz="2800" dirty="0"/>
              <a:t>Generates personalized PDF certificates with user name, score, and date.</a:t>
            </a:r>
            <a:endParaRPr lang="en-US" altLang="en-US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6554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Home Page: Displays project title.</a:t>
            </a:r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r>
              <a:rPr lang="en-US" altLang="en-US" sz="2800" dirty="0">
                <a:sym typeface="+mn-ea"/>
              </a:rPr>
              <a:t>Main Quiz Page: Displays multiple-choice questions and timer .</a:t>
            </a:r>
            <a:endParaRPr lang="en-US" altLang="en-US" sz="2800" dirty="0"/>
          </a:p>
          <a:p>
            <a:endParaRPr lang="en-US" alt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 descr="Screenshot 2026-03-04 2045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2247900"/>
            <a:ext cx="6670675" cy="3171190"/>
          </a:xfrm>
          <a:prstGeom prst="rect">
            <a:avLst/>
          </a:prstGeom>
        </p:spPr>
      </p:pic>
      <p:pic>
        <p:nvPicPr>
          <p:cNvPr id="3" name="Picture 2" descr="Screenshot 2026-03-04 2046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6362700"/>
            <a:ext cx="6518275" cy="30753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  <a:endParaRPr lang="en-US" sz="2400" b="1" dirty="0">
                <a:solidFill>
                  <a:srgbClr val="002060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6985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r>
              <a:rPr lang="en-US" altLang="en-US" sz="2800" dirty="0"/>
              <a:t>Result Page: Shows total score and qualification status instantly after submission.</a:t>
            </a: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altLang="en-US" sz="2800" dirty="0">
              <a:sym typeface="+mn-ea"/>
            </a:endParaRPr>
          </a:p>
          <a:p>
            <a:pPr marL="457200" indent="-457200">
              <a:buFontTx/>
              <a:buChar char="-"/>
            </a:pPr>
            <a:endParaRPr lang="en-US" altLang="en-US" sz="2800" dirty="0">
              <a:sym typeface="+mn-ea"/>
            </a:endParaRPr>
          </a:p>
          <a:p>
            <a:pPr indent="0">
              <a:buFontTx/>
              <a:buNone/>
            </a:pPr>
            <a:r>
              <a:rPr lang="en-US" altLang="en-US" sz="2800" dirty="0">
                <a:sym typeface="+mn-ea"/>
              </a:rPr>
              <a:t>Certificate Page: Displays downloadable PDF certificate for qualified users.</a:t>
            </a:r>
            <a:endParaRPr lang="en-US" altLang="en-US" sz="2800" dirty="0">
              <a:sym typeface="+mn-ea"/>
            </a:endParaRPr>
          </a:p>
          <a:p>
            <a:pPr indent="0">
              <a:buFontTx/>
              <a:buNone/>
            </a:pPr>
            <a:endParaRPr lang="en-US" altLang="en-US" sz="2800" dirty="0">
              <a:sym typeface="+mn-ea"/>
            </a:endParaRPr>
          </a:p>
          <a:p>
            <a:pPr indent="0">
              <a:buFontTx/>
              <a:buNone/>
            </a:pPr>
            <a:endParaRPr lang="en-US" alt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 descr="Screenshot 2026-03-04 2046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405380"/>
            <a:ext cx="6644640" cy="3456940"/>
          </a:xfrm>
          <a:prstGeom prst="rect">
            <a:avLst/>
          </a:prstGeom>
        </p:spPr>
      </p:pic>
      <p:pic>
        <p:nvPicPr>
          <p:cNvPr id="3" name="Picture 2" descr="Screenshot 2026-03-04 2047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970" y="6743700"/>
            <a:ext cx="4551680" cy="32086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042795" y="1696720"/>
            <a:ext cx="15107920" cy="7281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buNone/>
            </a:pPr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Instant evaluation and result generation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Automatic PDF certificate creation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storage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altLang="en-US" sz="2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objective-type questions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maintenance required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  <a:endParaRPr lang="en-US" sz="11155" b="1" i="1" dirty="0">
              <a:solidFill>
                <a:srgbClr val="191919"/>
              </a:solidFill>
              <a:latin typeface="Gotham Bold Italics" panose="02000000000000000000"/>
              <a:ea typeface="Gotham Bold Italics" panose="02000000000000000000"/>
              <a:cs typeface="Gotham Bold Italics" panose="02000000000000000000"/>
              <a:sym typeface="Gotham Bold Italics" panose="02000000000000000000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3829</Words>
  <Application>WPS Presentation</Application>
  <PresentationFormat>Custom</PresentationFormat>
  <Paragraphs>441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Cambria</vt:lpstr>
      <vt:lpstr>Bookman Old Style</vt:lpstr>
      <vt:lpstr>Times New Roman</vt:lpstr>
      <vt:lpstr>Gotham</vt:lpstr>
      <vt:lpstr>Gotham Bold Italics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/>
  <cp:lastModifiedBy>Raajidha Gadde</cp:lastModifiedBy>
  <cp:revision>19</cp:revision>
  <dcterms:created xsi:type="dcterms:W3CDTF">2006-08-16T00:00:00Z</dcterms:created>
  <dcterms:modified xsi:type="dcterms:W3CDTF">2026-03-24T18:28:52Z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7A5D50B0EAEC46999995ED56ABBCE0DE_13</vt:lpwstr>
  </property>
  <property fmtid="{D5CDD505-2E9C-101B-9397-08002B2CF9AE}" pid="3" name="KSOProductBuildVer">
    <vt:lpwstr>1033-12.1.0.25242</vt:lpwstr>
  </property>
</Properties>
</file>